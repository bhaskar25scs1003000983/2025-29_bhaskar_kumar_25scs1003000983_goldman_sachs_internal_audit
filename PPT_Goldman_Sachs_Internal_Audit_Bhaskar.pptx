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Goldman Sachs Internal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Forage Virtual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Student: Bhaskar Kumar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Internal Audit, Risk Assessment,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Foundations; Risk Assessment; Documentation;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Compliance, Operational Risk, Audit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Practical exposure to banking audit processes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